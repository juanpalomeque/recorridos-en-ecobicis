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55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Ecobici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0" y="27432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Recorridos Buenos Aires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Ecobici recopila los recorridos del sistema público de bicicletas de la Ciudad de Buenos Aires para evaluar patrones de uso, movilidad y demanda por estación. Su objetivo es brindar información que permita comprender y gestionar el servicio de bicicletas compartidas.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3.559.284 Observaciones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Variables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Cuantitativas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Categóricas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Numéricas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2461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id_recorrido, id_estacion_origen, id_estacion_destino, id_usuario, duracion_recorrido, long_estacion_origen, lat_estacion_origen, long_estacion_destino, lat_estacion_destino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880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662940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Categóricas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246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nombre_estacion_origen, direccion_estacion_origen, fecha_origen_recorrido, nombre_estacion_destino, direccion_estacion_destino, fecha_destino_recorrido, modelo_bicicleta, genero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del Dataset: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983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11.946 valores nulos en genero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3.379 valores nulos en fecha_destino_recorrido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 de recorridos con duración outlier (regla IQR)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Fuerte asimetría en duracion_recorrido (media ≫ </a:t>
            </a:r>
            <a:r>
              <a:rPr lang="en-US" sz="12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 err="1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Existen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 outliers </a:t>
            </a:r>
            <a:r>
              <a:rPr lang="en-US" sz="1250" dirty="0" err="1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marcados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en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 la </a:t>
            </a:r>
            <a:r>
              <a:rPr lang="en-US" sz="1250" dirty="0" err="1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duración</a:t>
            </a:r>
            <a:r>
              <a:rPr lang="en-US" sz="125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 del </a:t>
            </a:r>
            <a:r>
              <a:rPr lang="en-US" sz="1250" dirty="0" err="1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recorrido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Ecobici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0" y="22860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del dataset Ecobici</a:t>
            </a:r>
            <a:endParaRPr lang="en-US" sz="24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EB5ECB6-F715-2296-E83C-DCB102B79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42" y="3876039"/>
            <a:ext cx="3947432" cy="244840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EF997CF-1A27-0184-95A3-2BF4B45D4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59" y="960119"/>
            <a:ext cx="5629067" cy="278892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934458E-C0B8-D7DA-132A-220C5AC2D0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1519" y="3749040"/>
            <a:ext cx="4279977" cy="306324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EE4FD8D-C8BB-DC13-090B-A9B2BAB573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8294" y="915352"/>
            <a:ext cx="4135127" cy="2695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C145854-BF36-C894-0D04-E07DDE65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138" y="1831340"/>
            <a:ext cx="490537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0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203</Words>
  <Application>Microsoft Office PowerPoint</Application>
  <PresentationFormat>Panorámica</PresentationFormat>
  <Paragraphs>21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Palomeque</cp:lastModifiedBy>
  <cp:revision>2</cp:revision>
  <dcterms:created xsi:type="dcterms:W3CDTF">2026-09-06T19:15:55Z</dcterms:created>
  <dcterms:modified xsi:type="dcterms:W3CDTF">2026-09-07T02:15:15Z</dcterms:modified>
</cp:coreProperties>
</file>